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822960" cy="822960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CarTrends Automation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Manual &amp; SOP — Tasks · Attendance · Mistake Register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 · August 2026 · For every employee, manager and admin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system 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for daily work — so nothing is forgotten and nobody is blamed by guesswork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2F5F3"/>
          </a:solidFill>
          <a:ln w="12700">
            <a:solidFill>
              <a:srgbClr val="F2F5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481328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Tasks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1792" y="17830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what, by when, how long it should take — and what actually happened.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46120" y="137160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2F5F3"/>
          </a:solidFill>
          <a:ln w="12700">
            <a:solidFill>
              <a:srgbClr val="F2F5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481328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🕘 Attendance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10712" y="17830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 / check-out from your phone, leave requests, holidays, payslips.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37160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2F5F3"/>
          </a:solidFill>
          <a:ln w="12700">
            <a:solidFill>
              <a:srgbClr val="F2F5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99632" y="1481328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Mistake Register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99632" y="17830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→ explain → correct → prevent. Fixes the process, not just the person.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063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rules everyone should know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"just a button" — every click is real, saved and logged with your name and time.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cannot be marked Done without a short description of what was done and the time it actually took.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mistake is never closed by blaming someone automatically — a manager classifies it (human / process / system / management / external).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CarTrends Automation · User Manual ·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started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any browser — laptop or phone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" cy="38404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135331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link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627632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link sent on email. On a phone: open it in Chrome → menu ⋮ → "Add to Home Screen" — it then opens like an app.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384048" cy="38404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24505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724912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 = your office email.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= your first name + @2026 (e.g. Ronak@2026).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566160"/>
            <a:ext cx="384048" cy="38404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354787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your password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3822192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menu, bottom → "Change password" → current + new password. Do this on day one. Nobody — not even admin — can see your password; admin can only reset it.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846320" y="1371600"/>
            <a:ext cx="3840480" cy="3108960"/>
          </a:xfrm>
          <a:prstGeom prst="roundRect">
            <a:avLst>
              <a:gd name="adj" fmla="val 2353"/>
            </a:avLst>
          </a:prstGeom>
          <a:solidFill>
            <a:srgbClr val="F2F5F3"/>
          </a:solidFill>
          <a:ln w="12700">
            <a:solidFill>
              <a:srgbClr val="F2F5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10912" y="1481328"/>
            <a:ext cx="3511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things are (left menu)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10912" y="1783080"/>
            <a:ext cx="351129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— your numbers today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— customer enquiries (sales)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— all your work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— check-in, leave, salary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Mistakes — the register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— everything addressed to you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 — who reports to whom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CarTrends Automation · User Manual ·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every employee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day: attendance, tasks, status updates, completing work, and what to do when a mistake is logged.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Attendance — every 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→ Today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" cy="38404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13533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in when you start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62763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Check in. If location or face check is switched on, allow the camera / GPS once.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384048" cy="38404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24505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out when you leave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72491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Check out. Hours are counted automatically. Late after 09:45 is marked Late.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566160"/>
            <a:ext cx="384048" cy="38404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354787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Forgot? Ask for a correction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382219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Attendance → that day → Request correction with the real time and reason. HR approves.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937760" y="13716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2F5F3"/>
          </a:solidFill>
          <a:ln w="12700">
            <a:solidFill>
              <a:srgbClr val="F2F5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02352" y="1481328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02352" y="1783080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Leave → Apply → type, dates, reason. Your manager/HR approves; you get a notification.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937760" y="2926080"/>
            <a:ext cx="3749040" cy="1554480"/>
          </a:xfrm>
          <a:prstGeom prst="roundRect">
            <a:avLst>
              <a:gd name="adj" fmla="val 4706"/>
            </a:avLst>
          </a:prstGeom>
          <a:solidFill>
            <a:srgbClr val="F2F5F3"/>
          </a:solidFill>
          <a:ln w="12700">
            <a:solidFill>
              <a:srgbClr val="F2F5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02352" y="3035808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 &amp; salary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102352" y="3337560"/>
            <a:ext cx="3419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 tab shows the office calendar.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Salary shows your finalised payslips only — nothing in progress.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CarTrends Automation · User Manual ·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a task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→ My Tasks. Click any task to open its full detail panel.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2F5F3"/>
          </a:solidFill>
          <a:ln w="12700">
            <a:solidFill>
              <a:srgbClr val="F2F5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8132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T-00124  </a:t>
            </a:r>
            <a:pPr indent="0" marL="0">
              <a:buNone/>
            </a:pPr>
            <a:r>
              <a:rPr lang="en-US" sz="12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revised quotation to Ayan Motors   </a:t>
            </a:r>
            <a:pPr indent="0" marL="0">
              <a:buNone/>
            </a:pPr>
            <a:r>
              <a:rPr lang="en-US" sz="12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[Quotes]  [High]  [⏱ 45m]  [▰ 60%]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81051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Rahul Sharma · by Meera Iyer · 6 hours from now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06654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[est.]  [✎]  [🔔]  [+ update]   Status: Open ▾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697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T-00124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2697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ID — use it when you talk about a task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154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45m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31546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Effort: how long the assigner says it should take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118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▰ 60%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28800" y="36118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last status update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069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hours from now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2880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— turns red when overdue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2697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35040" y="2697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 with the effort? Give your own estimate (once)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63440" y="3154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31546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 change (deadline, effort…) — goes for approval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663440" y="36118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035040" y="36118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 task to get its updates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CarTrends Automation · User Manual ·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a task: Open → In Progress → Done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status dropdown on the right of every task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EAF3EF"/>
          </a:solidFill>
          <a:ln w="12700">
            <a:solidFill>
              <a:srgbClr val="EAF3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481328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Open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1792" y="1783080"/>
            <a:ext cx="23225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 is waiting for you.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effort looks wrong, press est. and give your own number — both are kept, nobody overwrites anybody.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46120" y="137160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EAF3EF"/>
          </a:solidFill>
          <a:ln w="12700">
            <a:solidFill>
              <a:srgbClr val="EAF3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481328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In Progress — Status Update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10712" y="1783080"/>
            <a:ext cx="23225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it and a small form opens: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% work done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total effort spent so far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comment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optional. Post as many updates as you like (+ update button) — every one is saved in the task history and your manager sees it live.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37160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99632" y="1481328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Done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99632" y="1783080"/>
            <a:ext cx="23225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the box or choose Done. You MUST enter: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what was done (description)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total effort you actually spent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/ photo proof is optional unless admin switched it on. This is what makes Time Spent honest.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CarTrends Automation · User Manual ·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something is wrong with a task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edit a task directly — that keeps scores honest. Use these instead.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" cy="38404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13533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change (✎)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62763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deadline, too little effort, wrong priority, should stop repeating, or cancel it. Give the new value + reason. The person who assigned it approves or rejects — you get a notification either way.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384048" cy="38404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2587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your estimate (est.)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86207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Assigner said 1 hour, you think 4? Record it once. It goes into the Disputes report for review meetings.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384048" cy="38404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368503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in the detail panel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395935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task → write a comment. The assigner and assignee are notified.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937760" y="1371600"/>
            <a:ext cx="3749040" cy="3108960"/>
          </a:xfrm>
          <a:prstGeom prst="roundRect">
            <a:avLst>
              <a:gd name="adj" fmla="val 2353"/>
            </a:avLst>
          </a:prstGeom>
          <a:solidFill>
            <a:srgbClr val="F2F5F3"/>
          </a:solidFill>
          <a:ln w="12700">
            <a:solidFill>
              <a:srgbClr val="F2F5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02352" y="1481328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detail panel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02352" y="1783080"/>
            <a:ext cx="341985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— tick the small steps as you go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Sub-tasks — a big task split into parts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 &amp; updates — the full story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Attachments — proof files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Summarize — a quick recap of where the task stands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CarTrends Automation · User Manual ·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a task (+ Add Task)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assign to yourself or to colleagues at your level — never upward.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697480" y="1371600"/>
            <a:ext cx="5989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Required. Say exactly what "done" looks like.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→ Category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697480" y="1828800"/>
            <a:ext cx="5989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department first; the category list filters to it. Only managers can add new categories.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80" y="2286000"/>
            <a:ext cx="5989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or MANY people — each gets their own task. A workload panel shows their open tasks and pending hours.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743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97480" y="2743200"/>
            <a:ext cx="5989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Required. How long it should take (minutes or hours). This is what they earn when it completes.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200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date, Priority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97480" y="3200400"/>
            <a:ext cx="5989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Required. Frequency daily/weekly/monthly repeats it automatically until the end date.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(optional)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97480" y="3657600"/>
            <a:ext cx="5989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Colleagues who should follow the task without owning it.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AI draft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97480" y="4114800"/>
            <a:ext cx="5989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task in your own words; it drafts the title, description and a checklist for you to edit.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CarTrends Automation · User Manual ·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Mistake Register — if one is logged on you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Mistakes → your record. Recording is the first step of fixing, not a punishment.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" cy="38404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13533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get a notification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62763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what was logged and the SOP involved, if any. Open Mistakes and click it.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384048" cy="38404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24505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— properly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72491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"Mistake happened" is not accepted. Pick a root cause from the list (lack of training, SOP unclear, wrong information, system issue…) and write what actually went wrong.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384048" cy="38404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36393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 action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391363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did / will do to fix this instance. Submit. Your manager reviews and decides.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937760" y="1371600"/>
            <a:ext cx="3749040" cy="1463040"/>
          </a:xfrm>
          <a:prstGeom prst="roundRect">
            <a:avLst>
              <a:gd name="adj" fmla="val 5000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02352" y="1481328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says REPEAT ERROR DETECTED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02352" y="1783080"/>
            <a:ext cx="34198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kind of mistake as before. You must now also give a preventive action — what will change so it never happens again.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937760" y="3017520"/>
            <a:ext cx="3749040" cy="1463040"/>
          </a:xfrm>
          <a:prstGeom prst="roundRect">
            <a:avLst>
              <a:gd name="adj" fmla="val 5000"/>
            </a:avLst>
          </a:prstGeom>
          <a:solidFill>
            <a:srgbClr val="EAF3EF"/>
          </a:solidFill>
          <a:ln w="12700">
            <a:solidFill>
              <a:srgbClr val="EAF3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02352" y="3127248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102352" y="3429000"/>
            <a:ext cx="34198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SOP was missing or unclear, say so. The manager marks "SOP adequate = No" and the PROCESS gets fixed — that is on the company, not on you.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CarTrends Automation · User Manual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managers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Assigning well, approving requests, reading the reports, and owning mistake corrections for your team.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Assigning well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→ + Add Task. The system informs you; it never blocks you.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2F5F3"/>
          </a:solidFill>
          <a:ln w="12700">
            <a:solidFill>
              <a:srgbClr val="F2F5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48132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panel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1792" y="1783080"/>
            <a:ext cx="3694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pick a person, their pipeline appears: open tasks, urgent/high count, overdue, pending effort hours. A warning shows at 8h+ pending or 10+ open — you can still assign.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2F5F3"/>
          </a:solidFill>
          <a:ln w="12700">
            <a:solidFill>
              <a:srgbClr val="F2F5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28032" y="148132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is mandatory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28032" y="1783080"/>
            <a:ext cx="3694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"Time Earned" they get on completion and feeds their score. No effort = earns 0 (the report shows this, so you learn).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2F5F3"/>
          </a:solidFill>
          <a:ln w="12700">
            <a:solidFill>
              <a:srgbClr val="F2F5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317296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Multi-assign &amp; Loop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1792" y="3474720"/>
            <a:ext cx="3694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several people — each gets an individual task, each completes their own. Put yourself or a colleague in Loop to follow without owning.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306324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2F5F3"/>
          </a:solidFill>
          <a:ln w="12700">
            <a:solidFill>
              <a:srgbClr val="F2F5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28032" y="317296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Checklist, sub-tasks, templates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28032" y="3474720"/>
            <a:ext cx="3694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job? Open the task and add a checklist or sub-tasks. Repeating job? Save it as a Template (or use the Template Directory) and reuse it.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CarTrends Automation · User Manual ·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Requests inbox — approve, reject, escalate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→ Requests (the badge shows how many are waiting for you)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" cy="38404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1353312"/>
            <a:ext cx="7726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arrives here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627632"/>
            <a:ext cx="7726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requests raised by people on tasks YOU assigned: new deadline, more effort, priority, stop repeating, reassign, cancel — with their reason.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384048" cy="38404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2221992"/>
            <a:ext cx="7726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496312"/>
            <a:ext cx="7726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is applied immediately, logged, and the requester is notified. Admin sees the log too.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384048" cy="38404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3090672"/>
            <a:ext cx="7726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3364992"/>
            <a:ext cx="7726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remark so they know why. Nothing changes on the task.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384048" cy="38404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" y="3959352"/>
            <a:ext cx="7726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↑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60120" y="4233672"/>
            <a:ext cx="7726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your call? Hand it to admin. It leaves your inbox; only admin can decide it from then on.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CarTrends Automation · User Manual ·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Reports you will use in reviews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→ Employees / Time Report / Disputes. Every number is explainable.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F2F5F3"/>
          </a:solidFill>
          <a:ln w="12700">
            <a:solidFill>
              <a:srgbClr val="F2F5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48132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report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1792" y="1783080"/>
            <a:ext cx="36941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person: total, overdue, pending, done %, in-time %, delayed %, Time Earned vs Spent, and the Score. Click a row for their drill-down. Export CSV for the meeting.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AF3EF"/>
          </a:solidFill>
          <a:ln w="12700">
            <a:solidFill>
              <a:srgbClr val="EAF3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28032" y="148132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— no black box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28032" y="1783080"/>
            <a:ext cx="36941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60 × on-time rate + 40 × (time earned ÷ assigned) − mistake penalty. Hover the score to see each part. A 💡 line suggests the review category: next level / multitasker / slow / steady.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2F5F3"/>
          </a:solidFill>
          <a:ln w="12700">
            <a:solidFill>
              <a:srgbClr val="F2F5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326440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Report &amp; Daily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1792" y="3566160"/>
            <a:ext cx="3694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Earned (assigned effort credited on completion) vs Time Spent (what they reported). Daily view credits the whole effort on the completion day — the week balances 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31546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2F5F3"/>
          </a:solidFill>
          <a:ln w="12700">
            <a:solidFill>
              <a:srgbClr val="F2F5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28032" y="326440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28032" y="3566160"/>
            <a:ext cx="3694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"Assigner said 1h, assignee said 4h" — side by side with what it actually took. Sorted by the size of the disagreement. Settle it with data.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CarTrends Automation · User Manual ·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Mistake Register — you own the correction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Mistakes → + Log mistake. You are accountable for resolving what is logged on your reports.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84048" cy="38404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130759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58191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Employee, category (from the fixed list), severity, what happened, impact, ₹ loss if any. The employee and you are notified; HIGH/CRITICAL also reach the founder.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384048" cy="38404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331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231343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a repeat?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8775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suggests earlier similar mistakes; YOU confirm "Same error" or "Different error". Level 2 = CAPA mandatory; level 3 = performance escalation to the dept head.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337560"/>
            <a:ext cx="384048" cy="38404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331927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— a decision, not a click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359359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it (human / process / system / management / external), answer SOP followed? SOP adequate?, write your remarks. ✨ Suggest gives a draft. You cannot resolve without remarks + classification.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937760" y="1325880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F2F5F3"/>
          </a:solidFill>
          <a:ln w="12700">
            <a:solidFill>
              <a:srgbClr val="F2F5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02352" y="1435608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 task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02352" y="1737360"/>
            <a:ext cx="3419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creates the audit/correction task, linked to the mistake. When it completes, the mistake history updates itself.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937760" y="2926080"/>
            <a:ext cx="3749040" cy="1645920"/>
          </a:xfrm>
          <a:prstGeom prst="roundRect">
            <a:avLst>
              <a:gd name="adj" fmla="val 4444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02352" y="3035808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clock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102352" y="3337560"/>
            <a:ext cx="341985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72h · Medium 48h · High 24h · Critical 4h. Miss it and the mistake escalates to your manager, then the founder — logged every time. Daily summary reaches you each morning.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CarTrends Automation · User Manual ·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admin &amp; founder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setup, the few switches that matter, and what the founder view is for.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&amp; settings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menu items. Most of this is done once.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880360" y="1371600"/>
            <a:ext cx="5806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users, set role (Admin / Sales Manager / Sales / Purchase / Accounts / IT Lead / Developer / HR) and "Reports to". The reporting chain drives escalations and visibility.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90195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Settings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880360" y="1901952"/>
            <a:ext cx="5806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categories (with task counts), completion-proof switch, lead auto-assignment rules per department.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43230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Mistake categories &amp; SLA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80360" y="2432304"/>
            <a:ext cx="5806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29 categories admins can edit; SLA hours per severity (72 / 48 / 24 / 4 by default).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view (Mistakes)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80360" y="2962656"/>
            <a:ext cx="5806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Required only: critical open, SLA missed, escalated to you, third occurrences, loss this month, process smells, repeat offenders. A weekly digest lands in Notifications.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49300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Deleted tasks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880360" y="3493008"/>
            <a:ext cx="5806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destroyed — deleted tasks sit in the bin and can be restored.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0233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 &amp; HR Settings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80360" y="4023360"/>
            <a:ext cx="5806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locations (geo-fence), face attendance, leave types, salary structures, monthly payroll runs.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CarTrends Automation · User Manual ·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Accountability cheat-sheet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owns the mistake → manager owns the correction → dept head owns repeats → founder sees only escalations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468880"/>
                <a:gridCol w="2468880"/>
                <a:gridCol w="15544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Occurrence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system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required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acts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Notifies employee + manager (founder only if High/Critical)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Explanation + root cause + corrective 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 reviews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2nd — REPEAT ERROR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Flags it after manager confirms "same error"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preventive action (CAPA), manager accountable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3rd — PERFORMANCE ESCALATION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Escalates to the department head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decided human action: coaching, retraining, warning, PIP, process change…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 head (never automatic)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SLA: Low 72h · Medium 48h · High 24h · Critical 4h — missed SLA climbs manager → dept head → founder, logged each time.   SOP followed = No → employee side.  SOP adequate = No → fix the process.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CarTrends Automation · User Manual ·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 help?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problems → Anuj (developer.team@cartrends.in) or IT Support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/ attendance → HR (hr@cartrends.net)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you disagree with → use Request change, not a phone call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6E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mistake logged on you → explain in the system within the SLA; it is the fastest way to close it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do here is saved with your name and time. That is the point — it protects good work.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2026-08-24T08:56:30Z</dcterms:created>
  <dcterms:modified xsi:type="dcterms:W3CDTF">2026-08-24T08:56:30Z</dcterms:modified>
</cp:coreProperties>
</file>