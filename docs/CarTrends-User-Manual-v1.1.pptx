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CarTrends Automation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&amp; SOP — Tasks · Attendance · Mistake Register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August 2026 · For every employee, manager and admin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daily work — so nothing is forgotten and nobody is blamed by guesswork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by when, how long it should take — and what actually happened.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🕘 Attendance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0712" y="17830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from your phone, leave requests, holidays, payslips.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Mistake Register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17830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explain → correct → prevent. Fixes the process, not just the person.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everyone should know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"just a button" — every click is real, saved and logged with your name and time.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cannot be marked Done without a short description of what was done and the time it actually took.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is never closed by blaming someone automatically — a manager classifies it (human / process / system / management / external).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browser — laptop or phone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link sent on email. On a phone: open it in Chrome → menu ⋮ → "Add to Home Screen" — it then opens like an app.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249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= your office email.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= your first name + @2026 (e.g. Ronak@2026).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22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menu, bottom → "Change password" → current + new password. Do this on day one. Nobody — not even admin — can see your password; admin can only reset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4813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are (left menu)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1783080"/>
            <a:ext cx="35112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your numbers 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— customer enquiries (sales)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all your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check-in, leave, salary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— the 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everything addressed to you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— who reports to whom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employee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day: attendance, tasks, status updates, completing work, and what to do when a mistake is logged.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— every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→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when you 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in. If location or face check is switched on, allow the camera / GPS once.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when you leave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249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out. Hours are counted automatically. Late after 09:45 is marked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547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Forgot? Ask for a correction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221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Attendance → that day → Request correction with the real time and reason. HR approves.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813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83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Leave → Apply → type, dates, reason. Your manager/HR approves; you get a notification.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0358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&amp; salary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337560"/>
            <a:ext cx="3419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tab shows the office calendar.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Salary shows your finalised payslips only — nothing in progress.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My Tasks. Click any task to open its full detail panel.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T-00124  </a:t>
            </a:r>
            <a:pPr indent="0" marL="0">
              <a:buNone/>
            </a:pPr>
            <a:r>
              <a:rPr lang="en-US" sz="12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revised quotation to Ayan Motors   </a:t>
            </a:r>
            <a:pPr indent="0" marL="0">
              <a:buNone/>
            </a:pPr>
            <a:r>
              <a:rPr lang="en-US" sz="12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[Quotes]  [High]  [⏱ 45m]  [▰ 60%]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Sharma · by Meera Iyer · 6 hours from 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[est.]  [✎]  [🔔]  [+ update]   Status: Open 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T-00124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 — use it when you talk about a task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45m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how long the assigner says it should 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▰ 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last status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from now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— turns red when overdue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 the effort? Give your own estimate (once)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change (deadline, effort…) — goes for approval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task to get its updates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 task: Open → In Progress → Done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dropdown on the right of every task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3225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waiting for you.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effort looks wrong, press est. and give your own number — both are kept, nobody overwrites anybody.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 Progress — Status Update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0712" y="1783080"/>
            <a:ext cx="23225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it and a small form opens: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work done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effort spent so far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comment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optional. Post as many updates as you like (+ update button) — every one is saved in the task history and your manager sees it live.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1783080"/>
            <a:ext cx="23225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box or choose Done. You MUST enter: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was done (description)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effort you actually spent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photo proof is optional unless admin switched it on. This is what makes Time Spent honest.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is wrong with a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edit a task directly — that keeps scores honest. Use these instead.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change (✎)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deadline, too little effort, wrong priority, should stop repeating, or cancel it. Give the new value + reason. The person who assigned it approves or rejects — you get a notification either way.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587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estimate (est.)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620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said 1 hour, you think 4? Record it once. It goes into the Disputes report for review meetings.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685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 the detail panel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9593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task → write a comment. The assigner and assignee are notified.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813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detail panel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83080"/>
            <a:ext cx="34198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tick the small steps as you 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 — a big task split into parts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updates — the full 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— proof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Summarize — a quick recap of where the task stands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task (+ Add Task)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assign to yourself or to colleagues at your level — never upward.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97480" y="13716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Say exactly what "done" looks like.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→ 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department first; the category list filters to it. Only managers can add new categories.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22860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or MANY people — each gets their own task. A workload panel shows their open tasks and pending hours.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7432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How long it should take (minutes or hours). This is what they earn when it completes.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date, Priority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2004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Frequency daily/weekly/monthly repeats it automatically until the end date.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(optional)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6576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Colleagues who should follow the task without owning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AI draft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41148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task in your own words; it drafts the title, description and a checklist for you to edit.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 Register — if one is logged on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→ your record. Recording is the first step of fixing, not a punishment.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notification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what was logged and the SOP involved, if any. Open Mistakes and click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— properly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249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"Mistake happened" is not accepted. Pick a root cause from the list (lack of training, SOP unclear, wrong information, system issue…) and write what actually went wrong.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639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913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 / will do to fix this instance. Submit. Your manager reviews and decides.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813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says REPEAT ERROR DETECTED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83080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kind of mistake as before. You must now also give a preventive action — what will change so it never happens again.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0175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1272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429000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SOP was missing or unclear, say so. The manager marks "SOP adequate = No" and the PROCESS gets fixed — that is on the company, not on you.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managers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well, approving requests, reading the reports, and owning mistake corrections for your team.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well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+ Add Task. The system informs you; it never blocks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panel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pick a person, their pipeline appears: open tasks, urgent/high count, overdue, pending effort hours. A warning shows at 8h+ pending or 10+ open — you can still assign.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is mandatory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"Time Earned" they get on completion and feeds their score. No effort = earns 0 (the report shows this, so you learn).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72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Multi-assign &amp;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47472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several people — each gets an individual task, each completes their own. Put yourself or a colleague in Loop to follow without owning.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172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sub-tasks, templates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347472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job? Open the task and add a checklist or sub-tasks. Repeating job? Save it as a Template (or use the Template Directory) and reuse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inbox — approve, reject, escalate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Requests (the badge shows how many are waiting for you)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arrives 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 raised by people on tasks YOU assigned: new deadline, more effort, priority, stop repeating, reassign, cancel — with their reason.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22199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9631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is applied immediately, logged, and the requester is notified. Admin sees the log too.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9067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6499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remark so they know why. Nothing changes on the task.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9593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23367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call? Hand it to admin. It leaves your inbox; only admin can decide it from then 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you will use in reviews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Employees / Time Report / Disputes. Every number is explainable.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person: total, overdue, pending, done %, in-time %, delayed %, Time Earned vs Spent, and the Score. Click a row for their drill-down. Export CSV for the meeting.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— no black box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60 × on-time rate + 40 × (time earned ÷ assigned) − mistake penalty. Hover the score to see each part. A 💡 line suggests the review category: next level / multitasker / slow / steady.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26440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Report &amp; Daily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56616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Earned (assigned effort credited on completion) vs Time Spent (what they reported). Daily view credits the whole effort on the completion day — the week balances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26440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356616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"Assigner said 1h, assignee said 4h" — side by side with what it actually took. Sorted by the size of the disagreement. Settle it with data.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 Register — you own the correction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→ + Log mistake. You are accountable for resolving what is logged on your reports.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819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category (from the fixed list), severity, what happened, impact, ₹ loss if any. The employee and you are notified; HIGH/CRITICAL also reach the founder.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repeat?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8775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suggests earlier similar mistakes; YOU confirm "Same error" or "Different error". Level 2 = CAPA mandatory; level 3 = performance escalation to the dept head.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19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a decision, not a click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935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it (human / process / system / management / external), answer SOP followed? SOP adequate?, write your remarks. ✨ Suggest gives a draft. You cannot resolve without remarks + classification.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356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task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37360"/>
            <a:ext cx="3419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creates the audit/correction task, linked to the mistake. When it completes, the mistake history updates itself.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0358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337560"/>
            <a:ext cx="3419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72h · Medium 48h · High 24h · Critical 4h. Miss it and the mistake escalates to your manager, then the founder — logged every time. Daily summary reaches you each morning.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admin &amp; founder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setup, the few switches that matter, and what the founder view is for.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settings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menu items. Most of this is done once.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80360" y="137160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users, set role (Admin / Manager / HR / Accounts / Support / Sales) and "Reports to". The reporting chain drives escalations and visibility.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Settings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1901952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categories (with task counts), completion-proof switch, lead auto-assignment rules per department.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categories &amp; SLA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43230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 categories admins can edit; SLA hours per severity (72 / 48 / 24 / 4 by default).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view (Mistakes)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962656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only: critical open, SLA missed, escalated to you, third occurrences, loss this month, process smells, repeat offenders. A weekly digest lands in Notifications.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3493008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destroyed — deleted tasks sit in the bin and can be restored.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HR Settings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402336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locations (geo-fence), face attendance, leave types, salary structures, monthly payroll runs.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cheat-sheet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owns the mistake → manager owns the correction → dept head owns repeats → founder sees only escalations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4688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Notifies employee + manager (founder only if High/Critical)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+ root cause + corrective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— REPEAT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it after manager confirms "same error"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preventive action (CAPA), manager accountable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— PERFORMANCE ESCALATION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Escalates to the department 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decided human action: coaching, retraining, warning, PIP, process change…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 head (never automatic)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Low 72h · Medium 48h · High 24h · Critical 4h — missed SLA climbs manager → dept head → founder, logged each time.   SOP followed = No → employee side.  SOP adequate = No → fix the process.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help?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problems → Anuj (developer.team@cartrends.in) or IT Support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attendance → HR (hr@cartrends.net)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you disagree with → use Request change, not a phone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logged on you → explain in the system within the SLA; it is the fastest way to close 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do here is saved with your name and time. That is the point — it protects good work.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2026-08-22T05:20:52Z</dcterms:created>
  <dcterms:modified xsi:type="dcterms:W3CDTF">2026-08-22T05:20:52Z</dcterms:modified>
</cp:coreProperties>
</file>